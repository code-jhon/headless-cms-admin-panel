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AI session record — the fourth deliverable. The brief said use AI, and own every line. Most of this deck is about the second half of that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read this as two separate asks. The first is easy and everyone will pass it. The second is the actual signal, so that's what this deck spends its time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split I held to. The AI is genuinely fast between a decided design and working code. It has no opinion about what this product should be, so I kept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milestones, all run this way. The clarify step matters more than it looks — three or four questions up front removed most of the rework.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of these caught something. The stub websocket server is the one I'd point at — no live Supabase was available, so the AI read the wire format out of the library and built a server speaking it. That's how burst-coalescing was confirmed rather than assumed.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Eleven defects, grouped by where they live. The grouping is the point — they cluster at boundaries, not in the main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wrote the test for impossible dates before trusting the validator. Worth noting it recurred later in a different module — the same blind spot, not a one-off.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jsonb doesn't preserve key order anyway, so comparing order-insensitively is also the more correct answer — not just the cheaper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 I'd raise in the pairing session. No test catches it, because both features work perfectly in isolation. The fix is one line of intent: freeze the token at mount so it never follows the prop.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Almost every defect sat at a boundary. Once you know that, you know where to point your testing effort — and it isn't at the happy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Accepting output uncritically is the real failure mode. The last one is the most important architectural decision in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want to be straight about the cost. Speed without verification isn't a win, it's a deferred bill.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in this deck needs to be taken on trust — every milestone doc has a verification section that also names what was NOT checked.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with AI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640080" y="3063240"/>
            <a:ext cx="8686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i="1" dirty="0">
                <a:solidFill>
                  <a:srgbClr val="9AA3A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…and owning every line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Headless CMS Admin Panel  ·  Agile Monkeys Frontend Challenge 2026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480060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4800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DEFECTS FOUND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651760" y="4800600"/>
            <a:ext cx="1417320" cy="274320"/>
          </a:xfrm>
          <a:prstGeom prst="roundRect">
            <a:avLst>
              <a:gd name="adj" fmla="val 50000"/>
            </a:avLst>
          </a:prstGeom>
          <a:solidFill>
            <a:srgbClr val="0F7B56"/>
          </a:solidFill>
          <a:ln w="12700">
            <a:solidFill>
              <a:srgbClr val="0F7B5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651760" y="480060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 TESTS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97680" y="4800600"/>
            <a:ext cx="1691640" cy="274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297680" y="480060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MILESTONES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"Please, use AI. We do too.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14884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Just own every line you send us."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640080" y="3429000"/>
            <a:ext cx="52120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12700" dir="5400000">
              <a:srgbClr val="AAB0BA">
                <a:alpha val="2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05840" y="3749040"/>
            <a:ext cx="411480" cy="411480"/>
          </a:xfrm>
          <a:prstGeom prst="ellipse">
            <a:avLst/>
          </a:prstGeom>
          <a:solidFill>
            <a:srgbClr val="9AA3AF"/>
          </a:solidFill>
          <a:ln w="12700">
            <a:solidFill>
              <a:srgbClr val="9AA3A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749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554480" y="376732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easy half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420624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will show that they used AI. Speed is table stakes now — it proves nothing on its own.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09360" y="3429000"/>
            <a:ext cx="521208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12700" dir="5400000">
              <a:srgbClr val="AAB0BA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675120" y="3749040"/>
            <a:ext cx="411480" cy="41148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37490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223760" y="376732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half that counts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675120" y="420624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means knowing what the AI got wrong — and being able to prove you caught it.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fast implementer, not a decision-maker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49240" cy="3977640"/>
          </a:xfrm>
          <a:prstGeom prst="roundRect">
            <a:avLst>
              <a:gd name="adj" fmla="val 1839"/>
            </a:avLst>
          </a:prstGeom>
          <a:solidFill>
            <a:srgbClr val="F6F7F9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12700" dir="5400000">
              <a:srgbClr val="AAB0BA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828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OWNED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217920" y="1600200"/>
            <a:ext cx="5349240" cy="3977640"/>
          </a:xfrm>
          <a:prstGeom prst="roundRect">
            <a:avLst>
              <a:gd name="adj" fmla="val 1839"/>
            </a:avLst>
          </a:prstGeom>
          <a:solidFill>
            <a:srgbClr val="F6F7F9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12700" dir="5400000">
              <a:srgbClr val="AAB0BA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37960" y="1828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40" kern="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OWNED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233172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and priorities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537960" y="233172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a decided approach into code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960120" y="310896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and trade-offs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37960" y="310896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Boilerplate: types, forms, tables, SQL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960120" y="38862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counts as "verified"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537960" y="388620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for the cases I named — then more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960120" y="466344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Accepting or rejecting every diff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537960" y="4663440"/>
            <a:ext cx="4709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Documenting decisions once made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640080" y="5806440"/>
            <a:ext cx="10908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rule: no code merged because it looked right. Everything was tested, executed against a real dependency, or driven in a browser — or the docs say plainly that it wasn't.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cycle, every milestone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6F7F9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12700" dir="5400000">
              <a:srgbClr val="AAB0BA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057400"/>
            <a:ext cx="457200" cy="457200"/>
          </a:xfrm>
          <a:prstGeom prst="ellipse">
            <a:avLst/>
          </a:prstGeom>
          <a:solidFill>
            <a:srgbClr val="14161A"/>
          </a:solidFill>
          <a:ln w="12700">
            <a:solidFill>
              <a:srgbClr val="14161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26974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scope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1089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PRD stays the contract. Every milestone maps to numbered requirements.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255264" y="283464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02152" y="178308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6F7F9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12700" dir="5400000">
              <a:srgbClr val="AAB0BA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822192" y="2057400"/>
            <a:ext cx="457200" cy="457200"/>
          </a:xfrm>
          <a:prstGeom prst="ellipse">
            <a:avLst/>
          </a:prstGeom>
          <a:solidFill>
            <a:srgbClr val="14161A"/>
          </a:solidFill>
          <a:ln w="12700">
            <a:solidFill>
              <a:srgbClr val="1416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22192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776472" y="26974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Clarify first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776472" y="31089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Ambiguity settled before code exists — not renegotiated after.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117336" y="283464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64224" y="178308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F6F7F9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12700" dir="5400000">
              <a:srgbClr val="AAB0BA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684264" y="2057400"/>
            <a:ext cx="457200" cy="457200"/>
          </a:xfrm>
          <a:prstGeom prst="ellipse">
            <a:avLst/>
          </a:prstGeom>
          <a:solidFill>
            <a:srgbClr val="14161A"/>
          </a:solidFill>
          <a:ln w="12700">
            <a:solidFill>
              <a:srgbClr val="1416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84264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638544" y="26974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638544" y="31089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AI earns its place: decided design to working code.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979408" y="2834640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226296" y="1783080"/>
            <a:ext cx="2606040" cy="2651760"/>
          </a:xfrm>
          <a:prstGeom prst="roundRect">
            <a:avLst>
              <a:gd name="adj" fmla="val 2807"/>
            </a:avLst>
          </a:prstGeom>
          <a:solidFill>
            <a:srgbClr val="EEF2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12700" dir="5400000">
              <a:srgbClr val="AAB0BA">
                <a:alpha val="2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546336" y="2057400"/>
            <a:ext cx="457200" cy="45720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46336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500616" y="26974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for real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500616" y="3108960"/>
            <a:ext cx="2057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it. Don't review it by eye.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709160"/>
            <a:ext cx="10908792" cy="1051560"/>
          </a:xfrm>
          <a:prstGeom prst="roundRect">
            <a:avLst>
              <a:gd name="adj" fmla="val 6957"/>
            </a:avLst>
          </a:prstGeom>
          <a:solidFill>
            <a:srgbClr val="232830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12700" dir="5400000">
              <a:srgbClr val="AAB0BA">
                <a:alpha val="2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960120" y="49377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↻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1554480" y="4937760"/>
            <a:ext cx="9628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record it. Each milestone has a document covering what was built, what was decided — and how it was verified. Three strategy decisions were reversed mid-build; the docs say so.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"verified" had to mean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298448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AI-written code is confidently wrong in a way that reads well. So I stopped reviewing by eye and started executing.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85800" y="1947672"/>
            <a:ext cx="384048" cy="384048"/>
          </a:xfrm>
          <a:prstGeom prst="ellipse">
            <a:avLst/>
          </a:prstGeom>
          <a:solidFill>
            <a:srgbClr val="E7F6EF"/>
          </a:solidFill>
          <a:ln w="12700">
            <a:solidFill>
              <a:srgbClr val="E7F6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9476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7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25880" y="1874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SQL against a real database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1325880" y="2167128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 locally — not just read the migration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85800" y="2734056"/>
            <a:ext cx="384048" cy="384048"/>
          </a:xfrm>
          <a:prstGeom prst="ellipse">
            <a:avLst/>
          </a:prstGeom>
          <a:solidFill>
            <a:srgbClr val="E7F6EF"/>
          </a:solidFill>
          <a:ln w="12700">
            <a:solidFill>
              <a:srgbClr val="E7F6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734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7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25880" y="26609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the API over HTTP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1325880" y="2953512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curl against the running server, not only unit tests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85800" y="3520440"/>
            <a:ext cx="384048" cy="384048"/>
          </a:xfrm>
          <a:prstGeom prst="ellipse">
            <a:avLst/>
          </a:prstGeom>
          <a:solidFill>
            <a:srgbClr val="E7F6EF"/>
          </a:solidFill>
          <a:ln w="12700">
            <a:solidFill>
              <a:srgbClr val="E7F6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520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7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25880" y="344728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 the UI in a real browser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1325880" y="3739896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Headless Chromium: submit, search, sort, retype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85800" y="4306824"/>
            <a:ext cx="384048" cy="384048"/>
          </a:xfrm>
          <a:prstGeom prst="ellipse">
            <a:avLst/>
          </a:prstGeom>
          <a:solidFill>
            <a:srgbClr val="E7F6EF"/>
          </a:solidFill>
          <a:ln w="12700">
            <a:solidFill>
              <a:srgbClr val="E7F6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4306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7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25880" y="423367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 what you cannot reach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1325880" y="4526280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 stub websocket server speaking the Phoenix protocol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85800" y="5093208"/>
            <a:ext cx="384048" cy="384048"/>
          </a:xfrm>
          <a:prstGeom prst="ellipse">
            <a:avLst/>
          </a:prstGeom>
          <a:solidFill>
            <a:srgbClr val="E7F6EF"/>
          </a:solidFill>
          <a:ln w="12700">
            <a:solidFill>
              <a:srgbClr val="E7F6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5093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7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25880" y="502005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the nasty cases first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1325880" y="5312664"/>
            <a:ext cx="5669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coverage — the inputs where a plausible implementation is wrong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498080" y="1874520"/>
            <a:ext cx="4023360" cy="379476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12700" dir="5400000">
              <a:srgbClr val="AAB0BA">
                <a:alpha val="2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7818120" y="210312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818120" y="251460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F7B5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237</a:t>
            </a:r>
            <a:endParaRPr lang="en-US" sz="4000" dirty="0"/>
          </a:p>
        </p:txBody>
      </p:sp>
      <p:sp>
        <p:nvSpPr>
          <p:cNvPr id="28" name="Text 26"/>
          <p:cNvSpPr/>
          <p:nvPr/>
        </p:nvSpPr>
        <p:spPr>
          <a:xfrm>
            <a:off x="7863840" y="313639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tests, 8 files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818120" y="356616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F46E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2,423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7863840" y="418795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test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818120" y="4617720"/>
            <a:ext cx="3383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8,267</a:t>
            </a:r>
            <a:endParaRPr lang="en-US" sz="4000" dirty="0"/>
          </a:p>
        </p:txBody>
      </p:sp>
      <p:sp>
        <p:nvSpPr>
          <p:cNvPr id="32" name="Text 30"/>
          <p:cNvSpPr/>
          <p:nvPr/>
        </p:nvSpPr>
        <p:spPr>
          <a:xfrm>
            <a:off x="7863840" y="5239512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source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PART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Eleven defects — all in code that looked correct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232830"/>
          </a:solidFill>
          <a:ln w="12700">
            <a:solidFill>
              <a:srgbClr val="343A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40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270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14400" y="331012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semantics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37033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dates, ambiguous conversions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29000" y="201168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232830"/>
          </a:solidFill>
          <a:ln w="12700">
            <a:solidFill>
              <a:srgbClr val="343A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703320" y="2240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0A0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200" dirty="0"/>
          </a:p>
        </p:txBody>
      </p:sp>
      <p:sp>
        <p:nvSpPr>
          <p:cNvPr id="10" name="Text 8"/>
          <p:cNvSpPr/>
          <p:nvPr/>
        </p:nvSpPr>
        <p:spPr>
          <a:xfrm>
            <a:off x="3703320" y="331012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paths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703320" y="37033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Leaked internals, wrong status code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201168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232830"/>
          </a:solidFill>
          <a:ln w="12700">
            <a:solidFill>
              <a:srgbClr val="343A4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240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9B95F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6492240" y="331012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runs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92240" y="37033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Non-idempotent migration, silent type collapse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06840" y="2011680"/>
            <a:ext cx="2606040" cy="2880360"/>
          </a:xfrm>
          <a:prstGeom prst="roundRect">
            <a:avLst>
              <a:gd name="adj" fmla="val 2807"/>
            </a:avLst>
          </a:prstGeom>
          <a:solidFill>
            <a:srgbClr val="232830"/>
          </a:solidFill>
          <a:ln w="12700">
            <a:solidFill>
              <a:srgbClr val="343A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0" y="22402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3FBE9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200" dirty="0"/>
          </a:p>
        </p:txBody>
      </p:sp>
      <p:sp>
        <p:nvSpPr>
          <p:cNvPr id="18" name="Text 16"/>
          <p:cNvSpPr/>
          <p:nvPr/>
        </p:nvSpPr>
        <p:spPr>
          <a:xfrm>
            <a:off x="9281160" y="3310128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 &amp; the DOM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281160" y="37033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Overwrite-on-refresh, effect violations, a stale media listener, hover beating checked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534924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E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one of these passed review by eye. None would have been caught by reading the diff.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1 OF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validator that accepted 31 February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2148840"/>
          </a:xfrm>
          <a:prstGeom prst="roundRect">
            <a:avLst>
              <a:gd name="adj" fmla="val 3404"/>
            </a:avLst>
          </a:prstGeom>
          <a:solidFill>
            <a:srgbClr val="F6F7F9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12700" dir="5400000">
              <a:srgbClr val="AAB0BA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920240"/>
            <a:ext cx="1828800" cy="274320"/>
          </a:xfrm>
          <a:prstGeom prst="roundRect">
            <a:avLst>
              <a:gd name="adj" fmla="val 50000"/>
            </a:avLst>
          </a:prstGeom>
          <a:solidFill>
            <a:srgbClr val="5F6773"/>
          </a:solidFill>
          <a:ln w="12700">
            <a:solidFill>
              <a:srgbClr val="5F677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9202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AI WROTE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0120" y="24231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6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!Number.isNaN(Date.parse(value))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60120" y="288036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perfectly. Date.parse does not fail on 2026-02-31 — it rolls over to 3 March and reports success.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691640"/>
            <a:ext cx="5349240" cy="2148840"/>
          </a:xfrm>
          <a:prstGeom prst="roundRect">
            <a:avLst>
              <a:gd name="adj" fmla="val 3404"/>
            </a:avLst>
          </a:prstGeom>
          <a:solidFill>
            <a:srgbClr val="E7F6E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12700" dir="5400000">
              <a:srgbClr val="AAB0BA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629400" y="192024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0F7B56"/>
          </a:solidFill>
          <a:ln w="12700">
            <a:solidFill>
              <a:srgbClr val="0F7B5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9400" y="192024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6629400" y="242316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416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Round-trip the parsed parts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629400" y="2880360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 the date from year/month/day and check it survives. Leap years come out right for free.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069080"/>
            <a:ext cx="10908792" cy="1737360"/>
          </a:xfrm>
          <a:prstGeom prst="roundRect">
            <a:avLst>
              <a:gd name="adj" fmla="val 4211"/>
            </a:avLst>
          </a:prstGeom>
          <a:solidFill>
            <a:srgbClr val="FDECEA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12700" dir="5400000">
              <a:srgbClr val="AAB0BA">
                <a:alpha val="2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1005840" y="42976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happened twice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05840" y="4645152"/>
            <a:ext cx="10177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class of bug reappeared in the migration engine three milestones later: 2026-02-29 was silently becoming 2026-03-01 through a lenient fallback parse. In a feature whose entire purpose is to not corrupt data during a schema change.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2 OF 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reorder that would have rewritten every entry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6583680" cy="1920240"/>
          </a:xfrm>
          <a:prstGeom prst="roundRect">
            <a:avLst>
              <a:gd name="adj" fmla="val 3810"/>
            </a:avLst>
          </a:prstGeom>
          <a:solidFill>
            <a:srgbClr val="F6F7F9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12700" dir="5400000">
              <a:srgbClr val="AAB0BA">
                <a:alpha val="2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0116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416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JSON.stringify(a) !== JSON.stringify(b)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2468880"/>
            <a:ext cx="5852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reasonable-looking "did this row actually change?" check — used to skip writes for rows that did not move.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7543800" y="173736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DECEA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12700" dir="5400000">
              <a:srgbClr val="AAB0BA">
                <a:alpha val="2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863840" y="20116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23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key-order sensitive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863840" y="24231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draft rebuilds each object in field order — so simply reordering fields made every row look changed.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886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that would have cost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85800" y="4453128"/>
            <a:ext cx="201168" cy="201168"/>
          </a:xfrm>
          <a:prstGeom prst="ellipse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51560" y="4389120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entry rewritten for a cosmetic change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5800" y="4928616"/>
            <a:ext cx="201168" cy="201168"/>
          </a:xfrm>
          <a:prstGeom prst="ellipse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51560" y="4864608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updated_at bumped — audit trail destroyed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5404104"/>
            <a:ext cx="201168" cy="201168"/>
          </a:xfrm>
          <a:prstGeom prst="ellipse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5340096"/>
            <a:ext cx="5943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connected client woken by real-time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543800" y="3886200"/>
            <a:ext cx="4114800" cy="1874520"/>
          </a:xfrm>
          <a:prstGeom prst="roundRect">
            <a:avLst>
              <a:gd name="adj" fmla="val 3902"/>
            </a:avLst>
          </a:prstGeom>
          <a:solidFill>
            <a:srgbClr val="EEF2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12700" dir="5400000">
              <a:srgbClr val="AAB0BA">
                <a:alpha val="2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863840" y="41148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Caught by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63840" y="448056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test asserting that a purely cosmetic change writes nothing at all.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EF2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3 OF 3 — THE ONE NO TEST WOULD CATCH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 silently killed conflict detection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47672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947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80160" y="19659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2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474720" y="1965960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edit form sends the updated_at it loaded with. The server refuses the write if the row moved on.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862072"/>
            <a:ext cx="365760" cy="36576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862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28803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 4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474720" y="2880360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calls router.refresh(), which re-renders the page with a NEW updated_at.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776472"/>
            <a:ext cx="365760" cy="365760"/>
          </a:xfrm>
          <a:prstGeom prst="ellipse">
            <a:avLst/>
          </a:prstGeom>
          <a:solidFill>
            <a:srgbClr val="F27063"/>
          </a:solidFill>
          <a:ln w="12700">
            <a:solidFill>
              <a:srgbClr val="F2706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7764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80160" y="379476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70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break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74720" y="3794760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token tracking that prop adopts a colleague's save as its own baseline.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40080" y="4846320"/>
            <a:ext cx="10908792" cy="1371600"/>
          </a:xfrm>
          <a:prstGeom prst="roundRect">
            <a:avLst>
              <a:gd name="adj" fmla="val 5333"/>
            </a:avLst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51560" y="5029200"/>
            <a:ext cx="10085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next save overwrites their work — while reporting success.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051560" y="5468112"/>
            <a:ext cx="100858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D9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 detection would still look like it worked, and would in fact be dead. Found by asking what the feature I just built does to the feature I built two milestones ago — a question about the system, not the code in front of me.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PATTERN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Reliable at structure. Weak at edges.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34924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12700" dir="5400000">
              <a:srgbClr val="AAB0BA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011680"/>
            <a:ext cx="1188720" cy="274320"/>
          </a:xfrm>
          <a:prstGeom prst="roundRect">
            <a:avLst>
              <a:gd name="adj" fmla="val 50000"/>
            </a:avLst>
          </a:prstGeom>
          <a:solidFill>
            <a:srgbClr val="0F7B56"/>
          </a:solidFill>
          <a:ln w="12700">
            <a:solidFill>
              <a:srgbClr val="0F7B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0116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05840" y="24688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1005840" y="30175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Well-organised modules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3429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naming and types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05840" y="3840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Idiomatic framework usage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5840" y="42519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Thorough-looking test suites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309360" y="1737360"/>
            <a:ext cx="534924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12700" dir="5400000">
              <a:srgbClr val="AAB0BA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675120" y="2011680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75120" y="201168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6675120" y="24688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Edge semantics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6675120" y="30175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Impossible values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75120" y="3429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paths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3840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something a second time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75120" y="42519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things happening at once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40080" y="5166360"/>
            <a:ext cx="10908792" cy="1051560"/>
          </a:xfrm>
          <a:prstGeom prst="roundRect">
            <a:avLst>
              <a:gd name="adj" fmla="val 6957"/>
            </a:avLst>
          </a:prstGeom>
          <a:solidFill>
            <a:srgbClr val="14161A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12700" dir="5400000">
              <a:srgbClr val="AAB0BA">
                <a:alpha val="2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1051560" y="5349240"/>
            <a:ext cx="1008583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produces a well-organised date validator that accepts 31 February. The structure is never the problem.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times I threw the AI's answer away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5257800" cy="1920240"/>
          </a:xfrm>
          <a:prstGeom prst="roundRect">
            <a:avLst>
              <a:gd name="adj" fmla="val 3810"/>
            </a:avLst>
          </a:prstGeom>
          <a:solidFill>
            <a:srgbClr val="F6F7F9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12700" dir="5400000">
              <a:srgbClr val="AAB0BA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920240"/>
            <a:ext cx="274320" cy="27432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1883664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shadcn/ui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2304288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in my own plan. The surface actually needed was a few form controls — native &lt;select&gt; and &lt;dialog&gt; give accessibility for free, without a dependency tree.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17920" y="1645920"/>
            <a:ext cx="5257800" cy="1920240"/>
          </a:xfrm>
          <a:prstGeom prst="roundRect">
            <a:avLst>
              <a:gd name="adj" fmla="val 3810"/>
            </a:avLst>
          </a:prstGeom>
          <a:solidFill>
            <a:srgbClr val="F6F7F9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12700" dir="5400000">
              <a:srgbClr val="AAB0BA">
                <a:alpha val="2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37960" y="1920240"/>
            <a:ext cx="274320" cy="274320"/>
          </a:xfrm>
          <a:prstGeom prst="ellipse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1883664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React Hook Form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37960" y="2304288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form whose fields are values in an array, one state object plus the runtime schema is less machinery than a Controller per dynamic field.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794760"/>
            <a:ext cx="5257800" cy="1920240"/>
          </a:xfrm>
          <a:prstGeom prst="roundRect">
            <a:avLst>
              <a:gd name="adj" fmla="val 3810"/>
            </a:avLst>
          </a:prstGeom>
          <a:solidFill>
            <a:srgbClr val="F6F7F9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12700" dir="5400000">
              <a:srgbClr val="AAB0BA">
                <a:alpha val="2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60120" y="4069080"/>
            <a:ext cx="274320" cy="274320"/>
          </a:xfrm>
          <a:prstGeom prst="ellipse">
            <a:avLst/>
          </a:prstGeom>
          <a:solidFill>
            <a:srgbClr val="9A5B00"/>
          </a:solidFill>
          <a:ln w="12700">
            <a:solidFill>
              <a:srgbClr val="9A5B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71600" y="4032504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Reclassified date → number as lossy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960120" y="4453128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called it safe: epoch millis are recoverable. True — but 1843-10-01 becoming -3986064000000 is not what an editor expects. The bytes survive; the meaning does not.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257800" cy="1920240"/>
          </a:xfrm>
          <a:prstGeom prst="roundRect">
            <a:avLst>
              <a:gd name="adj" fmla="val 3810"/>
            </a:avLst>
          </a:prstGeom>
          <a:solidFill>
            <a:srgbClr val="F6F7F9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12700" dir="5400000">
              <a:srgbClr val="AAB0BA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537960" y="4069080"/>
            <a:ext cx="274320" cy="274320"/>
          </a:xfrm>
          <a:prstGeom prst="ellipse">
            <a:avLst/>
          </a:prstGeom>
          <a:solidFill>
            <a:srgbClr val="B42318"/>
          </a:solidFill>
          <a:ln w="12700">
            <a:solidFill>
              <a:srgbClr val="B4231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4032504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16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the transform out of SQL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537960" y="4453128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tempting route to atomic migrations. It would mean two implementations of the same rules — and any drift produces a preview that lies.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560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4F4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LEDGER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45720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bought, what it cost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3474720" cy="36118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12700" dir="5400000">
              <a:srgbClr val="AAB0BA">
                <a:alpha val="2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965960"/>
            <a:ext cx="1691640" cy="274320"/>
          </a:xfrm>
          <a:prstGeom prst="roundRect">
            <a:avLst>
              <a:gd name="adj" fmla="val 50000"/>
            </a:avLst>
          </a:prstGeom>
          <a:solidFill>
            <a:srgbClr val="0F7B56"/>
          </a:solidFill>
          <a:ln w="12700">
            <a:solidFill>
              <a:srgbClr val="0F7B5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9659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BOUGHT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960120" y="2450592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Breadth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960120" y="3246120"/>
            <a:ext cx="2880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milestones, a real-time layer, an HTTP API and an atomic migration engine in one working session. Writing the boilerplate by hand would have meant cutting scope — and the saved time went into schema evolution, the part the brief actually cares about.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691640"/>
            <a:ext cx="3474720" cy="36118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12700" dir="5400000">
              <a:srgbClr val="AAB0BA">
                <a:alpha val="2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965960"/>
            <a:ext cx="1691640" cy="274320"/>
          </a:xfrm>
          <a:prstGeom prst="roundRect">
            <a:avLst>
              <a:gd name="adj" fmla="val 50000"/>
            </a:avLst>
          </a:prstGeom>
          <a:solidFill>
            <a:srgbClr val="9A5B00"/>
          </a:solidFill>
          <a:ln w="12700">
            <a:solidFill>
              <a:srgbClr val="9A5B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63440" y="19659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663440" y="2450592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Verification is not free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4663440" y="3246120"/>
            <a:ext cx="2880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a third of the effort went into proving things rather than writing them: a local Postgres, a websocket stub, a headless browser. That is the real price of working this fast. Skipping it produces something that demos well and breaks on contact with real data.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691640"/>
            <a:ext cx="3474720" cy="361188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4E7EC"/>
            </a:solidFill>
            <a:prstDash val="solid"/>
          </a:ln>
          <a:effectLst>
            <a:outerShdw sx="100000" sy="100000" kx="0" ky="0" algn="bl" rotWithShape="0" blurRad="101600" dist="12700" dir="5400000">
              <a:srgbClr val="AAB0BA">
                <a:alpha val="2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66760" y="1965960"/>
            <a:ext cx="1691640" cy="274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66760" y="196596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WOULD CHANGE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366760" y="2450592"/>
            <a:ext cx="2880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416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it earlier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366760" y="3246120"/>
            <a:ext cx="28803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F67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does this break that already works?" — I would run that pass at the start of each milestone rather than midway. The concurrency defect was found by luck of sequencing, not by process.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16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0020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used AI to write most of the lines</a:t>
            </a:r>
            <a:endParaRPr lang="en-US" sz="38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none of the decisions.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640080" y="333756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was fastest where the design was already settled, and least trustworthy at edges — empty values, failure paths, second runs, concurrency. So the process was built around executing things rather than reading them.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40080" y="4480560"/>
            <a:ext cx="10424160" cy="1143000"/>
          </a:xfrm>
          <a:prstGeom prst="roundRect">
            <a:avLst>
              <a:gd name="adj" fmla="val 6400"/>
            </a:avLst>
          </a:prstGeom>
          <a:solidFill>
            <a:srgbClr val="232830"/>
          </a:solidFill>
          <a:ln w="12700">
            <a:solidFill>
              <a:srgbClr val="343A4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470916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EF2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judgement calls stayed mine — and so does responsibility for every line in the repository.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594360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write-up: docs/AI_WORKFLOW.md  ·  Audit it: npm test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Working with AI — Headless CMS Admin Panel</dc:title>
  <dc:subject>PptxGenJS Presentation</dc:subject>
  <dc:creator>Jhon Ávila</dc:creator>
  <cp:lastModifiedBy>Jhon Ávila</cp:lastModifiedBy>
  <cp:revision>1</cp:revision>
  <dcterms:created xsi:type="dcterms:W3CDTF">2026-08-16T14:18:59Z</dcterms:created>
  <dcterms:modified xsi:type="dcterms:W3CDTF">2026-08-16T14:18:59Z</dcterms:modified>
</cp:coreProperties>
</file>