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AI session record — the fourth deliverable. The brief said use AI, and own every line. Most of this deck is about the second half of that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read this as two separate asks. The first is easy and everyone will pass it. The second is the actual signal, so that's what this deck spends its time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I held to. The AI is genuinely fast between a decided design and working code. It has no opinion about what this product should be, so I kept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milestones, all run this way. The clarify step matters more than it looks — three or four questions up front removed most of the rework.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caught something. The stub websocket server is the one I'd point at — no live Supabase was available, so the AI read the wire format out of the library and built a server speaking it. That's how burst-coalescing was confirmed rather than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defects, grouped by where they live. The grouping is the point — they cluster at boundaries, not in the main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wrote the test for impossible dates before trusting the validator. Worth noting it recurred later in a different module — the same blind spot, not a one-off.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jsonb doesn't preserve key order anyway, so comparing order-insensitively is also the more correct answer — not just the cheaper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I'd raise in the pairing session. No test catches it, because both features work perfectly in isolation. The fix is one line of intent: freeze the token at mount so it never follows the prop.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every defect sat at a boundary. Once you know that, you know where to point your testing effort — and it isn't at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Accepting output uncritically is the real failure mode. The last one is the most important architectural decision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be straight about the cost. Speed without verification isn't a win, it's a deferred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this deck needs to be taken on trust — every milestone doc has a verification section that also names what was NOT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9A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owning every 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 Admin Panel  ·  Agile Monkeys Frontend Challenge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DEFECTS FOUND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4800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4800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TESTS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480060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4800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"Please, use AI. We do too.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own every line you send us."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3749040"/>
            <a:ext cx="411480" cy="411480"/>
          </a:xfrm>
          <a:prstGeom prst="ellipse">
            <a:avLst/>
          </a:prstGeom>
          <a:solidFill>
            <a:srgbClr val="9AA3A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3767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easy half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2062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will show that they used AI. Speed is table stakes now — it proves nothing on its own.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3749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3767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that counts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means knowing what the AI got wrong — and being able to prove you caught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 implementer, not a decision-maker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OWNED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OWNED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priorities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decided approach into code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trade-offs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Boilerplate: types, forms, tables, SQL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"verified"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3886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for the cases I named — then more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or rejecting every diff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46634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decisions once made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no code merged because it looked right. Everything was tested, executed against a real dependency, or driven in a browser — or the docs say plainly that it wasn't.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cycle, every milestone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stays the contract. Every milestone maps to numbered requirements.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5526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2152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22192" y="2057400"/>
            <a:ext cx="457200" cy="457200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6472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first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6472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settled before code exists — not renegotiated after.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17336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4224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84264" y="2057400"/>
            <a:ext cx="457200" cy="457200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8544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38544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earns its place: decided design to working code.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79408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26296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46336" y="20574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63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00616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 real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0616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it. Don't review it by eye.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232830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54480" y="4937760"/>
            <a:ext cx="9628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record it. Each milestone has a document covering what was built, what was decided — and how it was verified. Three strategy decisions were reversed mid-build; the docs say so.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"verified" had to mean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code is confidently wrong in a way that reads well. So I stopped reviewing by eye and started executing.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947672"/>
            <a:ext cx="384048" cy="384048"/>
          </a:xfrm>
          <a:prstGeom prst="ellipse">
            <a:avLst/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SQL against a real database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locally — not just read the migration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734056"/>
            <a:ext cx="384048" cy="384048"/>
          </a:xfrm>
          <a:prstGeom prst="ellipse">
            <a:avLst/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6609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API over HTTP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29535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against the running server, not only unit tests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4472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UI in a real browser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25880" y="373989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Chromium: submit, search, sort, retype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306824"/>
            <a:ext cx="384048" cy="384048"/>
          </a:xfrm>
          <a:prstGeom prst="ellipse">
            <a:avLst/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2336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what you cannot reach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325880" y="45262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stub websocket server speaking the Phoenix protocol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093208"/>
            <a:ext cx="384048" cy="384048"/>
          </a:xfrm>
          <a:prstGeom prst="ellipse">
            <a:avLst/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0200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nasty cases first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325880" y="5312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coverage — the inputs where a plausible implementation is wrong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0" y="187452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181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2514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863840" y="3136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7 files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35661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2,300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863840" y="4187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18120" y="46177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8,200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7863840" y="5239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defects — all in code that looked correct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7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semantics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dates, ambiguous conversions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70332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internals, wrong status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B9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9224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Non-idempotent migration, silent type collapse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FBE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8116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&amp; React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116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Overwrite-on-refresh, effect violations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these passed review by eye. None would have been caught by reading the diff.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validator that accepted 31 February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WROTE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!Number.isNaN(Date.parse(value))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perfectly. Date.parse does not fail on 2026-02-31 — it rolls over to 3 March and reports success.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7F6E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202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920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400" y="2423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Round-trip the parsed parts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2880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date from year/month/day and check it survives. Leap years come out right for free.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happened twice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645152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 of bug reappeared in the migration engine three milestones later: 2026-02-29 was silently becoming 2026-03-01 through a lenient fallback parse. In a feature whose entire purpose is to not corrupt data during a schema change.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reorder that would have rewritten every entry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583680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JSON.stringify(a) !== JSON.stringify(b)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reasonable-looking "did this row actually change?" check — used to skip writes for rows that did not move.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73736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key-order sensitive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423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rebuilds each object in field order — so simply reordering fields made every row look changed.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would have cost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453128"/>
            <a:ext cx="201168" cy="20116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89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rewritten for a cosmetic change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928616"/>
            <a:ext cx="201168" cy="20116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646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updated_at bumped — audit trail destroyed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404104"/>
            <a:ext cx="201168" cy="20116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34009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connected client woken by real-time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3800" y="388620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asserting that a purely cosmetic change writes nothing at all.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3 OF 3 — THE ONE NO TEST WOULD CATCH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silently killed conflict detection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9659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 form sends the updated_at it loaded with. The server refuses the write if the row moved 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calls router.refresh(), which re-renders the page with a NEW updated_at.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365760" cy="365760"/>
          </a:xfrm>
          <a:prstGeom prst="ellipse">
            <a:avLst/>
          </a:prstGeom>
          <a:solidFill>
            <a:srgbClr val="F27063"/>
          </a:solidFill>
          <a:ln w="12700">
            <a:solidFill>
              <a:srgbClr val="F270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7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tracking that prop adopts a colleague's save as its own baseline.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2920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save overwrites their work — while reporting success.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5468112"/>
            <a:ext cx="10085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would still look like it worked, and would in fact be dead. Found by asking what the feature I just built does to the feature I built two milestones ago — a question about the system, not the code in front of 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at structure. Weak at edges.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Well-organised modules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and types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framework usage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Thorough-looking test suites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201168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semantics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something a second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happening at once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14161A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349240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produces a well-organised date validator that accepts 31 February. The structure is never the problem.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times I threw the AI's answer away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836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shadcn/ui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0428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in my own plan. The surface actually needed was a few form controls — native &lt;select&gt; and &lt;dialog&gt; give accessibility for free, without a dependency tree.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92024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8836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React Hook 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0428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form whose fields are values in an array, one state object plus the runtime schema is less machinery than a Controller per dynamic field.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069080"/>
            <a:ext cx="274320" cy="274320"/>
          </a:xfrm>
          <a:prstGeom prst="ellipse">
            <a:avLst/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0325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Reclassified date → number as lossy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45312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called it safe: epoch millis are recoverable. True — but 1843-10-01 becoming -3986064000000 is not what an editor expects. The bytes survive; the meaning does not.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6F7F9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069080"/>
            <a:ext cx="274320" cy="27432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0325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transform out of 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45312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tempting route to atomic migrations. It would mean two implementations of the same rules — and any drift produces a preview that lies.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bought, what it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0F7B56"/>
          </a:solidFill>
          <a:ln w="12700">
            <a:solidFill>
              <a:srgbClr val="0F7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4505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milestones, a real-time layer, an HTTP API and an atomic migration engine in one working session. Writing the boilerplate by hand would have meant cutting scope — and the saved time went into schema evolution, the part the brief actually cares about.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9A5B00"/>
          </a:solidFill>
          <a:ln w="12700">
            <a:solidFill>
              <a:srgbClr val="9A5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24505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not free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third of the effort went into proving things rather than writing them: a local Postgres, a websocket stub, a headless browser. That is the real price of working this fast. Skipping it produces something that demos well and breaks on contact with real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12700" dir="5400000">
              <a:srgbClr val="AAB0BA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96596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CHANGE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66760" y="245059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earlier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32461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this break that already works?" — I would run that pass at the start of each milestone rather than midway. The concurrency defect was found by luck of sequencing, not by process.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used AI to write most of the lines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none of the decisions.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3337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fastest where the design was already settled, and least trustworthy at edges — empty values, failure paths, second runs, concurrency. So the process was built around executing things rather than reading them.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48056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232830"/>
          </a:solidFill>
          <a:ln w="12700">
            <a:solidFill>
              <a:srgbClr val="343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7091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judgement calls stayed mine — and so does responsibility for every line in the repository.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docs/AI_WORKFLOW.md  ·  Audit it: npm test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AI — Headless CMS Admin Panel</dc:title>
  <dc:subject>PptxGenJS Presentation</dc:subject>
  <dc:creator>Jhon Ávila</dc:creator>
  <cp:lastModifiedBy>Jhon Ávila</cp:lastModifiedBy>
  <cp:revision>1</cp:revision>
  <dcterms:created xsi:type="dcterms:W3CDTF">2026-08-15T21:44:03Z</dcterms:created>
  <dcterms:modified xsi:type="dcterms:W3CDTF">2026-08-15T21:44:03Z</dcterms:modified>
</cp:coreProperties>
</file>