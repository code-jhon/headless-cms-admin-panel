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things to cover: architecture, data model, real-time, schema changes, trade-offs, what's next — plus how AI was used. Fifteen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to right is the happy path. The row underneath is the feature the challenge actually cares about — what happens when the definition changes after entries exist.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trade I would defend hardest. Everything after it is downstream.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indexes, including a GIN index on data for search and a partial index on invalid. That partial index currently has no query behind it — flagged in the improvements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pure/shell split is the reason the test suite is cheap to run and still meaningful. lib/api/data.ts exists purely so the route handlers can be exercised against a stub.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indigo chips are compiler-enforced. The two grey ones are not — the renderer registry falls back, and the SQL enum fails at runtime.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channel, three postgres_changes listeners. Browser online/offline events feed the same state machine, because a websocket can stay nominally open while the network is gone.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one I would raise in a pairing session. It is the clearest example of why reading a diff is not enough.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verbs across the bottom are the brief's own words. Each maps to a stage.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comment on the SQL function says the same thing, so nobody re-implements the conversion there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row here is a decision I would defend, and every one has a real cost. That is what makes it a trade-off rather than a preference.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Verification is not optional and it is not free. Skipping it produces something that demos well and breaks on contact with real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Grouped by where they live, because the grouping is the point: they cluster at boundaries, not in the main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three are not features. They are closing the gaps between what the code proves and what it merely arranges to be true.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audit trail: each milestone document has a Verification section naming what was checked and what was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745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Headless CMS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640080" y="26974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Panel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40080" y="3703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9AA3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Walk us through it — architecture, data, and the honest parts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43434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Jhon Ávila  ·  Agile Monkeys Frontend Challenge 2026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493776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0F7B56"/>
          </a:solidFill>
          <a:ln w="12700">
            <a:solidFill>
              <a:srgbClr val="0F7B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937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237 TESTS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148840" y="493776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48840" y="4937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DEFECTS FOUND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0" y="493776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0" y="49377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MILESTONES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IN ONE SLIDE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a content type. Get a working editor.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per-type form code anywhere in the repository. The editor is generated from the definition.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EEF2FF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574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type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432304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api_id,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fields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90672" y="2560320"/>
            <a:ext cx="320040" cy="0"/>
          </a:xfrm>
          <a:prstGeom prst="line">
            <a:avLst/>
          </a:prstGeom>
          <a:noFill/>
          <a:ln w="19050">
            <a:solidFill>
              <a:srgbClr val="9AA3A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83864" y="187452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EEF2FF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66744" y="20574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form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66744" y="2432304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renderer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field type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34456" y="2560320"/>
            <a:ext cx="320040" cy="0"/>
          </a:xfrm>
          <a:prstGeom prst="line">
            <a:avLst/>
          </a:prstGeom>
          <a:noFill/>
          <a:ln w="19050">
            <a:solidFill>
              <a:srgbClr val="9AA3A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327648" y="187452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E7F6EF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0528" y="20574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entries.data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10528" y="2432304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JSONB column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778240" y="2560320"/>
            <a:ext cx="320040" cy="0"/>
          </a:xfrm>
          <a:prstGeom prst="line">
            <a:avLst/>
          </a:prstGeom>
          <a:noFill/>
          <a:ln w="19050">
            <a:solidFill>
              <a:srgbClr val="9AA3A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171432" y="187452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DF3E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54312" y="20574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/api/content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354312" y="2432304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by any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app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611880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 field on a type that already has entries, and the save becomes a review: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4069080"/>
            <a:ext cx="2377440" cy="566928"/>
          </a:xfrm>
          <a:prstGeom prst="roundRect">
            <a:avLst>
              <a:gd name="adj" fmla="val 9677"/>
            </a:avLst>
          </a:prstGeom>
          <a:solidFill>
            <a:srgbClr val="F6F7F9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5528" y="4233672"/>
            <a:ext cx="237744" cy="237744"/>
          </a:xfrm>
          <a:prstGeom prst="ellipse">
            <a:avLst/>
          </a:prstGeom>
          <a:solidFill>
            <a:srgbClr val="0F7B56"/>
          </a:solidFill>
          <a:ln w="12700">
            <a:solidFill>
              <a:srgbClr val="0F7B5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15568" y="4069080"/>
            <a:ext cx="175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are affected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483864" y="4069080"/>
            <a:ext cx="2377440" cy="566928"/>
          </a:xfrm>
          <a:prstGeom prst="roundRect">
            <a:avLst>
              <a:gd name="adj" fmla="val 9677"/>
            </a:avLst>
          </a:prstGeom>
          <a:solidFill>
            <a:srgbClr val="F6F7F9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39312" y="4233672"/>
            <a:ext cx="237744" cy="237744"/>
          </a:xfrm>
          <a:prstGeom prst="ellipse">
            <a:avLst/>
          </a:prstGeom>
          <a:solidFill>
            <a:srgbClr val="0F7B56"/>
          </a:solidFill>
          <a:ln w="12700">
            <a:solidFill>
              <a:srgbClr val="0F7B5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59352" y="4069080"/>
            <a:ext cx="175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every value becomes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327648" y="4069080"/>
            <a:ext cx="2377440" cy="566928"/>
          </a:xfrm>
          <a:prstGeom prst="roundRect">
            <a:avLst>
              <a:gd name="adj" fmla="val 9677"/>
            </a:avLst>
          </a:prstGeom>
          <a:solidFill>
            <a:srgbClr val="F6F7F9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83096" y="4233672"/>
            <a:ext cx="237744" cy="237744"/>
          </a:xfrm>
          <a:prstGeom prst="ellipse">
            <a:avLst/>
          </a:prstGeom>
          <a:solidFill>
            <a:srgbClr val="9A5B00"/>
          </a:solidFill>
          <a:ln w="12700">
            <a:solidFill>
              <a:srgbClr val="9A5B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03136" y="4069080"/>
            <a:ext cx="175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ones will not convert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171432" y="4069080"/>
            <a:ext cx="2377440" cy="566928"/>
          </a:xfrm>
          <a:prstGeom prst="roundRect">
            <a:avLst>
              <a:gd name="adj" fmla="val 9677"/>
            </a:avLst>
          </a:prstGeom>
          <a:solidFill>
            <a:srgbClr val="F6F7F9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326880" y="4233672"/>
            <a:ext cx="237744" cy="237744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46920" y="4069080"/>
            <a:ext cx="175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about those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40080" y="4983480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· React 19 · TypeScript · Tailwind v4 · Supabase Postgres + Realtime · Zod compiled at runtime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6144768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F6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backend is three tables, five indexes, one trigger and one stored procedure. The brief said keep it thin.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EVERYTHING FOLLOWS FROM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JSONB column, not a table per type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257800" cy="3200400"/>
          </a:xfrm>
          <a:prstGeom prst="roundRect">
            <a:avLst>
              <a:gd name="adj" fmla="val 2286"/>
            </a:avLst>
          </a:prstGeom>
          <a:solidFill>
            <a:srgbClr val="F6F7F9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60020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5F6773"/>
          </a:solidFill>
          <a:ln w="12700">
            <a:solidFill>
              <a:srgbClr val="5F67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002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TAKEN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table per content type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395728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columns, real types, real foreign keys. More honest about data — and it turns every schema change into DDL.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3108960"/>
            <a:ext cx="47091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236976"/>
            <a:ext cx="430682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B423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… RENAME COLUMN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B423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… ALTER COLUMN TYPE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B423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USING &lt;a cast nobody can preview&gt;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4400" y="416052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preview a cast, row by row.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91072" y="1371600"/>
            <a:ext cx="5257800" cy="3200400"/>
          </a:xfrm>
          <a:prstGeom prst="roundRect">
            <a:avLst>
              <a:gd name="adj" fmla="val 2286"/>
            </a:avLst>
          </a:prstGeom>
          <a:solidFill>
            <a:srgbClr val="EEF2FF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65392" y="160020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65392" y="16002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65392" y="201168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in one JSONB column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65392" y="2395728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schema change stops being DDL and becomes an ordinary function from old rows to new rows.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65392" y="3108960"/>
            <a:ext cx="47091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3236976"/>
            <a:ext cx="430682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transformEntry(entry, saved, draft)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run it to render the preview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run it to produce the write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65392" y="416052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property is the whole feature.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480060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costs, stated plainly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8368" y="5257800"/>
            <a:ext cx="118872" cy="118872"/>
          </a:xfrm>
          <a:prstGeom prst="ellipse">
            <a:avLst/>
          </a:prstGeom>
          <a:solidFill>
            <a:srgbClr val="9A5B00"/>
          </a:solidFill>
          <a:ln w="12700">
            <a:solidFill>
              <a:srgbClr val="9A5B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5166360"/>
            <a:ext cx="10616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DB-level types or requiredness — validation is a Zod schema compiled at runtime, on every write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58368" y="5623560"/>
            <a:ext cx="118872" cy="118872"/>
          </a:xfrm>
          <a:prstGeom prst="ellipse">
            <a:avLst/>
          </a:prstGeom>
          <a:solidFill>
            <a:srgbClr val="9A5B00"/>
          </a:solidFill>
          <a:ln w="12700">
            <a:solidFill>
              <a:srgbClr val="9A5B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688" y="5532120"/>
            <a:ext cx="10616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reference cannot be a foreign key — the check in the server action is a check, not a guarantee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58368" y="5989320"/>
            <a:ext cx="118872" cy="118872"/>
          </a:xfrm>
          <a:prstGeom prst="ellipse">
            <a:avLst/>
          </a:prstGeom>
          <a:solidFill>
            <a:srgbClr val="9A5B00"/>
          </a:solidFill>
          <a:ln w="12700">
            <a:solidFill>
              <a:srgbClr val="9A5B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" y="5897880"/>
            <a:ext cx="10616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by a field sorts JSONB text, so ?order=price is lexicographic. Documented, not fixed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tables, and one asymmetry worth noticing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246120" cy="1783080"/>
          </a:xfrm>
          <a:prstGeom prst="roundRect">
            <a:avLst>
              <a:gd name="adj" fmla="val 4103"/>
            </a:avLst>
          </a:prstGeom>
          <a:solidFill>
            <a:srgbClr val="F6F7F9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709928"/>
            <a:ext cx="2843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" y="2084832"/>
            <a:ext cx="2843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F67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· name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F67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api_id  (unique, immutable)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F67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977640" y="2377440"/>
            <a:ext cx="402336" cy="0"/>
          </a:xfrm>
          <a:prstGeom prst="line">
            <a:avLst/>
          </a:prstGeom>
          <a:noFill/>
          <a:ln w="19050">
            <a:solidFill>
              <a:srgbClr val="9AA3AF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904488" y="243230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471416" y="1554480"/>
            <a:ext cx="3246120" cy="1783080"/>
          </a:xfrm>
          <a:prstGeom prst="roundRect">
            <a:avLst>
              <a:gd name="adj" fmla="val 4103"/>
            </a:avLst>
          </a:prstGeom>
          <a:solidFill>
            <a:srgbClr val="F6F7F9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72584" y="1709928"/>
            <a:ext cx="2843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B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72584" y="2084832"/>
            <a:ext cx="2843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F67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· schema_id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F67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· label · type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F67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required · position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F67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target_schema_id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808976" y="2377440"/>
            <a:ext cx="402336" cy="0"/>
          </a:xfrm>
          <a:prstGeom prst="line">
            <a:avLst/>
          </a:prstGeom>
          <a:noFill/>
          <a:ln w="19050">
            <a:solidFill>
              <a:srgbClr val="9AA3AF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7735824" y="243230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302752" y="1554480"/>
            <a:ext cx="3246120" cy="1783080"/>
          </a:xfrm>
          <a:prstGeom prst="roundRect">
            <a:avLst>
              <a:gd name="adj" fmla="val 4103"/>
            </a:avLst>
          </a:prstGeom>
          <a:solidFill>
            <a:srgbClr val="F6F7F9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0" y="1709928"/>
            <a:ext cx="2843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5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entries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03920" y="2084832"/>
            <a:ext cx="2843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F67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· schema_id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F67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 jsonb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F67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invalid  boolean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611880"/>
            <a:ext cx="52578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37673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asymmetry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96112" y="411480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a type </a:t>
            </a:r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0F7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cascades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its own fields — but a type that is somebody else's reference target is </a:t>
            </a:r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B423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delete restrict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You cannot delete a type out from under one that points at it.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91072" y="3611880"/>
            <a:ext cx="52578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47104" y="37673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updated_at does double duty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47104" y="411480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also the optimistic-concurrency token. There is no separate version column — which is exactly why a migration must only rewrite rows whose data actually changed.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" y="6144768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F6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authentication: the challenge scopes it out, so RLS is deliberately permissive. A demo posture, and the SQL says so.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Pure core, thin shell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 a pure function. Every side effect is a thin wrapper around one. That is why 237 tests cover the interesting behaviour without mounting a component or starting a database.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pure modules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257800" cy="475488"/>
          </a:xfrm>
          <a:prstGeom prst="roundRect">
            <a:avLst>
              <a:gd name="adj" fmla="val 11538"/>
            </a:avLst>
          </a:prstGeom>
          <a:solidFill>
            <a:srgbClr val="F6F7F9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56032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diff.ts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31720" y="2560320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changed, and how risky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127248"/>
            <a:ext cx="5257800" cy="475488"/>
          </a:xfrm>
          <a:prstGeom prst="roundRect">
            <a:avLst>
              <a:gd name="adj" fmla="val 11538"/>
            </a:avLst>
          </a:prstGeom>
          <a:solidFill>
            <a:srgbClr val="F6F7F9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127248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transform.ts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31720" y="3127248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stored value becomes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694176"/>
            <a:ext cx="5257800" cy="475488"/>
          </a:xfrm>
          <a:prstGeom prst="roundRect">
            <a:avLst>
              <a:gd name="adj" fmla="val 11538"/>
            </a:avLst>
          </a:prstGeom>
          <a:solidFill>
            <a:srgbClr val="F6F7F9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694176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analyze.ts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31720" y="3694176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counts, impacts, the write plan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261104"/>
            <a:ext cx="5257800" cy="475488"/>
          </a:xfrm>
          <a:prstGeom prst="roundRect">
            <a:avLst>
              <a:gd name="adj" fmla="val 11538"/>
            </a:avLst>
          </a:prstGeom>
          <a:solidFill>
            <a:srgbClr val="F6F7F9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261104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zod-builder.ts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31720" y="4261104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a value is valid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828032"/>
            <a:ext cx="5257800" cy="475488"/>
          </a:xfrm>
          <a:prstGeom prst="roundRect">
            <a:avLst>
              <a:gd name="adj" fmla="val 11538"/>
            </a:avLst>
          </a:prstGeom>
          <a:solidFill>
            <a:srgbClr val="F6F7F9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82803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sync-policy.ts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331720" y="4828032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state, refetch, conflict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91072" y="214884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data moves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91072" y="2542032"/>
            <a:ext cx="525780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10528" y="2724912"/>
            <a:ext cx="201168" cy="201168"/>
          </a:xfrm>
          <a:prstGeom prst="ellipse">
            <a:avLst/>
          </a:prstGeom>
          <a:solidFill>
            <a:srgbClr val="0F7B56"/>
          </a:solidFill>
          <a:ln w="12700">
            <a:solidFill>
              <a:srgbClr val="0F7B5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39712" y="26517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for the UI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39712" y="2926080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Components query directly. No client fetch layer, no cache layer.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91072" y="3584448"/>
            <a:ext cx="525780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10528" y="3767328"/>
            <a:ext cx="201168" cy="20116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39712" y="369417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39712" y="3968496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Actions. Validation is re-derived from the database, never from what the client sent.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291072" y="4626864"/>
            <a:ext cx="525780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10528" y="4809744"/>
            <a:ext cx="201168" cy="201168"/>
          </a:xfrm>
          <a:prstGeom prst="ellipse">
            <a:avLst/>
          </a:prstGeom>
          <a:solidFill>
            <a:srgbClr val="9A5B00"/>
          </a:solidFill>
          <a:ln w="12700">
            <a:solidFill>
              <a:srgbClr val="9A5B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39712" y="47365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for other apps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839712" y="5010912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Handlers. Public, CORS-open, no-store.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40080" y="6144768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F6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is not a fourth path: an event never carries data into the app.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GENERATED EDITOR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compiled at runtime, from database rows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6537960" cy="2148840"/>
          </a:xfrm>
          <a:prstGeom prst="roundRect">
            <a:avLst>
              <a:gd name="adj" fmla="val 2553"/>
            </a:avLst>
          </a:prstGeom>
          <a:solidFill>
            <a:srgbClr val="F6F7F9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591056"/>
            <a:ext cx="6135624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416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VALIDATORS: Record&lt;FieldType, (f: Field) =&gt; z.ZodTypeAny&gt; = {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416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text:      () =&gt; z.string().min(1, "This field cannot be empty"),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416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number:    () =&gt; z.number({ message: "Enter a number" }).finite(…),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416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boolean:   () =&gt; z.boolean(),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416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date:      () =&gt; z.string().regex(ISO_DATE, …)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416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.refine(isRealCalendarDate, …),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416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reference: () =&gt; z.string().uuid("Pick an entry"),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416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498080" y="1463040"/>
            <a:ext cx="4050792" cy="2148840"/>
          </a:xfrm>
          <a:prstGeom prst="roundRect">
            <a:avLst>
              <a:gd name="adj" fmla="val 3404"/>
            </a:avLst>
          </a:prstGeom>
          <a:solidFill>
            <a:srgbClr val="FDECEA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26680" y="16642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isRealCalendarDate exists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26680" y="201168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416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Date.parse("2026-02-31")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does not fail. It rolls over to 3 March.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26680" y="2633472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regex-shaped date validator that trusts Date.parse accepts 31 February and stores it. The check round-trips through Date.UTC and compares.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88620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sixth field type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422452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per-schema work — that is the property the brief asked for, and it holds. But the honest count of files is six, not the two an in-code comment claimed: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709160"/>
            <a:ext cx="1700784" cy="45720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4709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FIELD_TYPES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478024" y="4709160"/>
            <a:ext cx="1700784" cy="45720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51176" y="4709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VALIDATORS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15968" y="4709160"/>
            <a:ext cx="1700784" cy="45720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4709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renderer registry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53912" y="4709160"/>
            <a:ext cx="1700784" cy="45720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27064" y="4709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labels + matrix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991856" y="4709160"/>
            <a:ext cx="1700784" cy="457200"/>
          </a:xfrm>
          <a:prstGeom prst="roundRect">
            <a:avLst>
              <a:gd name="adj" fmla="val 12000"/>
            </a:avLst>
          </a:prstGeom>
          <a:solidFill>
            <a:srgbClr val="F6F7F9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65008" y="4709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7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convertValue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829800" y="4709160"/>
            <a:ext cx="1700784" cy="457200"/>
          </a:xfrm>
          <a:prstGeom prst="roundRect">
            <a:avLst>
              <a:gd name="adj" fmla="val 12000"/>
            </a:avLst>
          </a:prstGeom>
          <a:solidFill>
            <a:srgbClr val="F6F7F9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02952" y="4709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7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 enum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0080" y="5321808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of those are exhaustive Record&lt;FieldType, …&gt; maps — the build breaks until they are all filled in.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6144768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F6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compiler enumerates the work rather than letting a half-added type ship. I found the wrong comment writing this deck.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9B9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rule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i="1" dirty="0">
                <a:solidFill>
                  <a:srgbClr val="9B9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Events say what changed. The server says what it now is.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event never patches client state from its payload. It triggers router.refresh() and the server re-renders. Chattier than diffing locally, and it removes the entire class of bug where a client's copy silently drifts from the database.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1546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states, and the distinctions are deliberate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67512" y="3675888"/>
            <a:ext cx="182880" cy="182880"/>
          </a:xfrm>
          <a:prstGeom prst="ellipse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54787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A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connecting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514600" y="3547872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attempt — a failure here is not a lost connection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67512" y="4242816"/>
            <a:ext cx="182880" cy="182880"/>
          </a:xfrm>
          <a:prstGeom prst="ellipse">
            <a:avLst/>
          </a:prstGeom>
          <a:solidFill>
            <a:srgbClr val="3FBE92"/>
          </a:solidFill>
          <a:ln w="12700">
            <a:solidFill>
              <a:srgbClr val="3FBE9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11480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FBE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514600" y="4114800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67512" y="4809744"/>
            <a:ext cx="182880" cy="182880"/>
          </a:xfrm>
          <a:prstGeom prst="ellipse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68172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A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reconnecting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514600" y="4681728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live, lost it, retrying — not the same as offline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67512" y="5376672"/>
            <a:ext cx="182880" cy="182880"/>
          </a:xfrm>
          <a:prstGeom prst="ellipse">
            <a:avLst/>
          </a:prstGeom>
          <a:solidFill>
            <a:srgbClr val="F27063"/>
          </a:solidFill>
          <a:ln w="12700">
            <a:solidFill>
              <a:srgbClr val="F270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5248656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70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offline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514600" y="5248656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closed, or the browser says the network is gone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178040" y="1965960"/>
            <a:ext cx="4370832" cy="1691640"/>
          </a:xfrm>
          <a:prstGeom prst="roundRect">
            <a:avLst>
              <a:gd name="adj" fmla="val 4324"/>
            </a:avLst>
          </a:prstGeom>
          <a:solidFill>
            <a:srgbClr val="232830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24928" y="2148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back from a gap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24928" y="2487168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transition into live from reconnecting or offline triggers a full refetch, not a replay. During a gap the database is the only thing that knows the truth.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178040" y="3840480"/>
            <a:ext cx="4370832" cy="1691640"/>
          </a:xfrm>
          <a:prstGeom prst="roundRect">
            <a:avLst>
              <a:gd name="adj" fmla="val 4324"/>
            </a:avLst>
          </a:prstGeom>
          <a:solidFill>
            <a:srgbClr val="232830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24928" y="40233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ms debounce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24928" y="4361688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schema migration touches every entry of a type. Without the debounce that is one refetch per row, in every open client.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6053328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9AA3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reconnecting is separate from offline because telling someone they are disconnected mid-retry is alarmist, and wrong.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REAL-TIME MET CONCURRENCY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bug that would have eaten a colleague's 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6035040" cy="960120"/>
          </a:xfrm>
          <a:prstGeom prst="roundRect">
            <a:avLst>
              <a:gd name="adj" fmla="val 5714"/>
            </a:avLst>
          </a:prstGeom>
          <a:solidFill>
            <a:srgbClr val="F6F7F9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545336"/>
            <a:ext cx="563270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416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components/entry/entry-form.tsx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416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[baselineUpdatedAt, setBaselineUpdatedAt] =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416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useState(entry?.updated_at ?? "");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542032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useState</a:t>
            </a:r>
            <a:pPr indent="0" marL="0">
              <a:buNone/>
            </a:pPr>
            <a:r>
              <a:rPr lang="en-US" sz="13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deliberately </a:t>
            </a:r>
            <a:pPr indent="0" marL="0">
              <a:buNone/>
            </a:pPr>
            <a:r>
              <a:rPr lang="en-US" sz="1350" b="1" i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pPr indent="0" marL="0">
              <a:buNone/>
            </a:pPr>
            <a:r>
              <a:rPr lang="en-US" sz="13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derived from the prop.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384048" cy="384048"/>
          </a:xfrm>
          <a:prstGeom prst="ellipse">
            <a:avLst/>
          </a:prstGeom>
          <a:solidFill>
            <a:srgbClr val="5F6773"/>
          </a:solidFill>
          <a:ln w="12700">
            <a:solidFill>
              <a:srgbClr val="5F67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2999232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fires  </a:t>
            </a:r>
            <a:pPr indent="0" marL="0">
              <a:buNone/>
            </a:pPr>
            <a:r>
              <a:rPr lang="en-US" sz="12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colleague saves the same entry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675888"/>
            <a:ext cx="384048" cy="384048"/>
          </a:xfrm>
          <a:prstGeom prst="ellipse">
            <a:avLst/>
          </a:prstGeom>
          <a:solidFill>
            <a:srgbClr val="5F6773"/>
          </a:solidFill>
          <a:ln w="12700">
            <a:solidFill>
              <a:srgbClr val="5F67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675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3657600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router.refresh()  </a:t>
            </a:r>
            <a:pPr indent="0" marL="0">
              <a:buNone/>
            </a:pPr>
            <a:r>
              <a:rPr lang="en-US" sz="12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page re-renders with a NEW updated_at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334256"/>
            <a:ext cx="384048" cy="384048"/>
          </a:xfrm>
          <a:prstGeom prst="ellipse">
            <a:avLst/>
          </a:prstGeom>
          <a:solidFill>
            <a:srgbClr val="9A5B00"/>
          </a:solidFill>
          <a:ln w="12700">
            <a:solidFill>
              <a:srgbClr val="9A5B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4315968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token tracked the prop  </a:t>
            </a:r>
            <a:pPr indent="0" marL="0">
              <a:buNone/>
            </a:pPr>
            <a:r>
              <a:rPr lang="en-US" sz="12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timestamp becomes my baseline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992624"/>
            <a:ext cx="384048" cy="384048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992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4974336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next save matches  </a:t>
            </a:r>
            <a:pPr indent="0" marL="0">
              <a:buNone/>
            </a:pPr>
            <a:r>
              <a:rPr lang="en-US" sz="12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overwrites their work — reporting success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178040" y="1417320"/>
            <a:ext cx="4370832" cy="2377440"/>
          </a:xfrm>
          <a:prstGeom prst="roundRect">
            <a:avLst>
              <a:gd name="adj" fmla="val 3077"/>
            </a:avLst>
          </a:prstGeom>
          <a:solidFill>
            <a:srgbClr val="EEF2FF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24928" y="162763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was caught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424928" y="1993392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by a test — no test would have caught it. By asking what the feature I had just built does to the feature I built two milestones earlier.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424928" y="3017520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a question about the system, not about the diff in front of you.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178040" y="3977640"/>
            <a:ext cx="4370832" cy="1691640"/>
          </a:xfrm>
          <a:prstGeom prst="roundRect">
            <a:avLst>
              <a:gd name="adj" fmla="val 4324"/>
            </a:avLst>
          </a:prstGeom>
          <a:solidFill>
            <a:srgbClr val="F6F7F9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24928" y="41605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when it does conflict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424928" y="4507992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gets an explicit "Overwrite anyway" button wired to a separate server action — never a retry flag. An overwrite should always be a second deliberate decision.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0080" y="6144768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F6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Freezing it against the prop — it moves only when this form itself saves — is what keeps the conflict detectable.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EVOLUTION — THE CORE OF THE CHALLENGE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Communicate · surface · preview · fix · apply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1993392" cy="2011680"/>
          </a:xfrm>
          <a:prstGeom prst="roundRect">
            <a:avLst>
              <a:gd name="adj" fmla="val 3670"/>
            </a:avLst>
          </a:prstGeom>
          <a:solidFill>
            <a:srgbClr val="EEF2FF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810512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diffFields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86384" y="2231136"/>
            <a:ext cx="17007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change kinds,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by id — never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key, or every rename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silent data loss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70048" y="2633472"/>
            <a:ext cx="155448" cy="0"/>
          </a:xfrm>
          <a:prstGeom prst="line">
            <a:avLst/>
          </a:prstGeom>
          <a:noFill/>
          <a:ln w="19050">
            <a:solidFill>
              <a:srgbClr val="9AA3A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62072" y="1627632"/>
            <a:ext cx="1993392" cy="2011680"/>
          </a:xfrm>
          <a:prstGeom prst="roundRect">
            <a:avLst>
              <a:gd name="adj" fmla="val 3670"/>
            </a:avLst>
          </a:prstGeom>
          <a:solidFill>
            <a:srgbClr val="E7F6EF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08376" y="1810512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7B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gateChanges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08376" y="2231136"/>
            <a:ext cx="17007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save, or a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review? Adding a required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is safe on an empty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type, blocking once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entries exist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92040" y="2633472"/>
            <a:ext cx="155448" cy="0"/>
          </a:xfrm>
          <a:prstGeom prst="line">
            <a:avLst/>
          </a:prstGeom>
          <a:noFill/>
          <a:ln w="19050">
            <a:solidFill>
              <a:srgbClr val="9AA3A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084064" y="1627632"/>
            <a:ext cx="1993392" cy="2011680"/>
          </a:xfrm>
          <a:prstGeom prst="roundRect">
            <a:avLst>
              <a:gd name="adj" fmla="val 3670"/>
            </a:avLst>
          </a:prstGeom>
          <a:solidFill>
            <a:srgbClr val="FDF3E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30368" y="1810512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A5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analyzeMigration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30368" y="2231136"/>
            <a:ext cx="17007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counts over every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— no sampling.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rows,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capped at 25 with a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truncated flag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14032" y="2633472"/>
            <a:ext cx="155448" cy="0"/>
          </a:xfrm>
          <a:prstGeom prst="line">
            <a:avLst/>
          </a:prstGeom>
          <a:noFill/>
          <a:ln w="19050">
            <a:solidFill>
              <a:srgbClr val="9AA3A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306056" y="1627632"/>
            <a:ext cx="1993392" cy="2011680"/>
          </a:xfrm>
          <a:prstGeom prst="roundRect">
            <a:avLst>
              <a:gd name="adj" fmla="val 3670"/>
            </a:avLst>
          </a:prstGeom>
          <a:solidFill>
            <a:srgbClr val="FDECEA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52360" y="1810512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423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resolutions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52360" y="2231136"/>
            <a:ext cx="17007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· default ·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· flag.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problem field,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by a person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336024" y="2633472"/>
            <a:ext cx="155448" cy="0"/>
          </a:xfrm>
          <a:prstGeom prst="line">
            <a:avLst/>
          </a:prstGeom>
          <a:noFill/>
          <a:ln w="19050">
            <a:solidFill>
              <a:srgbClr val="9AA3A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528048" y="1627632"/>
            <a:ext cx="1993392" cy="2011680"/>
          </a:xfrm>
          <a:prstGeom prst="roundRect">
            <a:avLst>
              <a:gd name="adj" fmla="val 3670"/>
            </a:avLst>
          </a:prstGeom>
          <a:solidFill>
            <a:srgbClr val="EEF2FF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74352" y="1810512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RPC call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74352" y="2231136"/>
            <a:ext cx="17007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apply_schema_migration —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plpgsql function, so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transaction. It all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 or none of it does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3794760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10" kern="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THE RISK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862072" y="3794760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10" kern="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IT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84064" y="3794760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10" kern="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+ PREVIEW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06056" y="3794760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10" kern="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PEOPLE FIX IT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528048" y="3794760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10" kern="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ATOMICALLY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0080" y="4224528"/>
            <a:ext cx="10908792" cy="1463040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4407408"/>
            <a:ext cx="103601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what changed gets written.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Entries are compared key-by-key, not with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423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JSON.stringify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whose equality is key-order sensitive. Without that, reordering fields in the UI would have rewritten every row, bumped every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423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updated_at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woken every connected client — for a purely cosmetic change.</a:t>
            </a:r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are matched by id, so a rename remaps a JSONB key rather than dropping one and creating another. Match by key instead and every rename is a silent delete — which is why that one line is the load-bearing part of the whole feature.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40080" y="6144768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F6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of those five captions are the brief's own words. Each one is a stage, not a slogan.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9B9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PREVIEW CAN BE TRUSTED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migration engine computes nothing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tempting design is to do the conversion in PL/pgSQL — it is right there next to the data. That means two implementations of the same rules, and any drift produces a preview that lies, which is worse than having no preview.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6675120" cy="1508760"/>
          </a:xfrm>
          <a:prstGeom prst="roundRect">
            <a:avLst>
              <a:gd name="adj" fmla="val 3636"/>
            </a:avLst>
          </a:prstGeom>
          <a:solidFill>
            <a:srgbClr val="232830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505456"/>
            <a:ext cx="6272784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FBE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preview  --+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FBE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+--&gt;  transformEntry()  --&gt;  the values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FBE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write    --+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FBE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the SQL only writes what was already computed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4023360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FB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 asserts that property directly — describe("preview and apply agree").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46227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in that function worth a reviewer's attention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846320"/>
            <a:ext cx="6675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9B9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unique constraint must be deferrable —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swapping two field keys is legal at the end of the batch and illegal halfway through it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5358384"/>
            <a:ext cx="6675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9B9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refuses rather than guesses —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incomplete field list raises — that is somebody editing the type in another tab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5870448"/>
            <a:ext cx="6675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9B9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go back to immediate before it returns —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 violation surfaces here, not at COMMIT where nobody can attribute it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818120" y="1325880"/>
            <a:ext cx="3730752" cy="4892040"/>
          </a:xfrm>
          <a:prstGeom prst="roundRect">
            <a:avLst>
              <a:gd name="adj" fmla="val 1961"/>
            </a:avLst>
          </a:prstGeom>
          <a:solidFill>
            <a:srgbClr val="232830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65008" y="1536192"/>
            <a:ext cx="1874520" cy="274320"/>
          </a:xfrm>
          <a:prstGeom prst="roundRect">
            <a:avLst>
              <a:gd name="adj" fmla="val 50000"/>
            </a:avLst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65008" y="15361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WOULD FLAG THIS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065008" y="196596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matrices, one question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65008" y="2377440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diff.ts holds the risk labels shown in the UI. transform.ts holds the actual conversion. They are separate implementations and can disagree at the margins.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65008" y="365760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0A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reference is labelled lossy, but a well-formed UUID converts fine.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65008" y="4434840"/>
            <a:ext cx="3246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direction is safe — warn more than you break — but nothing enforces the direction. First thing I would add: a property test asserting the advisory matrix is never more optimistic than the executable one.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decision bought, and what it cost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754880" y="160020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BOUGHT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412480" y="1600200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40080" y="1892808"/>
            <a:ext cx="10908792" cy="0"/>
          </a:xfrm>
          <a:prstGeom prst="line">
            <a:avLst/>
          </a:prstGeom>
          <a:noFill/>
          <a:ln w="12700">
            <a:solidFill>
              <a:srgbClr val="1416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11680"/>
            <a:ext cx="3931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JSONB entry storage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754880" y="2011680"/>
            <a:ext cx="3520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7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evolution as a previewable data transform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0" y="2011680"/>
            <a:ext cx="31363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DB-level types or reference integrity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0352" y="2542032"/>
            <a:ext cx="11128248" cy="548640"/>
          </a:xfrm>
          <a:prstGeom prst="rect">
            <a:avLst/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587752"/>
            <a:ext cx="3931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in TypeScript, not PL/pgSQL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754880" y="2587752"/>
            <a:ext cx="3520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7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and write cannot disagree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12480" y="2587752"/>
            <a:ext cx="31363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migration is not a pure SQL artefact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163824"/>
            <a:ext cx="3931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Refetch on event, never patch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54880" y="3163824"/>
            <a:ext cx="3520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7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client/server drift; open forms keep their values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0" y="3163824"/>
            <a:ext cx="31363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Chattier; needs the 250 ms debounce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0352" y="3694176"/>
            <a:ext cx="11128248" cy="548640"/>
          </a:xfrm>
          <a:prstGeom prst="rect">
            <a:avLst/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739896"/>
            <a:ext cx="3931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updated_at as the concurrency token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54880" y="3739896"/>
            <a:ext cx="3520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7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extra column, no version bookkeeping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0" y="3739896"/>
            <a:ext cx="31363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write bumps it — hence "only write what changed"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4315968"/>
            <a:ext cx="3931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Actions instead of a write API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54880" y="4315968"/>
            <a:ext cx="3520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7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client fetch code, no duplicated validation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12480" y="4315968"/>
            <a:ext cx="31363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public API is read-only by construction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30352" y="4846320"/>
            <a:ext cx="11128248" cy="548640"/>
          </a:xfrm>
          <a:prstGeom prst="rect">
            <a:avLst/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892040"/>
            <a:ext cx="3931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component library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754880" y="4892040"/>
            <a:ext cx="3520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7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primitives, native accessibility, no Radix tree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412480" y="4892040"/>
            <a:ext cx="31363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hand-rolled, including focus states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5468112"/>
            <a:ext cx="3931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colour tokens everywhere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754880" y="5468112"/>
            <a:ext cx="3520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7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dark theme cost zero component edits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412480" y="5468112"/>
            <a:ext cx="31363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by convention — six literals had crept in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6144768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F6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authentication, permissive RLS: scoped out by the brief, which kept the timebox on schema evolution.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9B9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SESSION RECORD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AI. Own every line.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treated the AI as a fast implementer with no judgement about this product, and kept three things: what to build, what "done" means, and whether the result is actually true.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232830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8600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owned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633472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and priorities · architectural decisions and their trade-offs · what counts as verified · accepting or rejecting every diff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91072" y="210312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232830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65392" y="228600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9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owned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65392" y="2633472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 decided approach into code · boilerplate: types, forms, SQL scaffolding · writing tests for cases I named, then finding more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3913632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rule: no code merged on the basis that it looked right.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0080" y="4498848"/>
            <a:ext cx="2606040" cy="960120"/>
          </a:xfrm>
          <a:prstGeom prst="roundRect">
            <a:avLst>
              <a:gd name="adj" fmla="val 5714"/>
            </a:avLst>
          </a:prstGeom>
          <a:solidFill>
            <a:srgbClr val="232830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64515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SQL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49377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a real Postgres 16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07664" y="4498848"/>
            <a:ext cx="2606040" cy="960120"/>
          </a:xfrm>
          <a:prstGeom prst="roundRect">
            <a:avLst>
              <a:gd name="adj" fmla="val 5714"/>
            </a:avLst>
          </a:prstGeom>
          <a:solidFill>
            <a:srgbClr val="232830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90544" y="464515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the API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590544" y="49377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curl, not only unit tests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5248" y="4498848"/>
            <a:ext cx="2606040" cy="960120"/>
          </a:xfrm>
          <a:prstGeom prst="roundRect">
            <a:avLst>
              <a:gd name="adj" fmla="val 5714"/>
            </a:avLst>
          </a:prstGeom>
          <a:solidFill>
            <a:srgbClr val="232830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8128" y="464515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the UI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358128" y="49377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Chromium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942832" y="4498848"/>
            <a:ext cx="2606040" cy="960120"/>
          </a:xfrm>
          <a:prstGeom prst="roundRect">
            <a:avLst>
              <a:gd name="adj" fmla="val 5714"/>
            </a:avLst>
          </a:prstGeom>
          <a:solidFill>
            <a:srgbClr val="232830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25712" y="464515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 what you cannot reach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125712" y="49377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Phoenix-protocol websocket server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6144768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9AA3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Roughly a third of the effort went into proving things rather than writing them. That is the price of working this fast.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9B9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PART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Eleven defects — all in code that looked correct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232830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74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270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285292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semantics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dates, ambiguous conversions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29000" y="16916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232830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3320" y="1874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0A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703320" y="285292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paths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03320" y="32004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Leaked internals, wrong status code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16916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232830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874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9B9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492240" y="285292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runs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32004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Non-idempotent migration, silent type collapse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06840" y="16916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232830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81160" y="1874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FBE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9281160" y="285292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&amp; the DOM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281160" y="32004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Overwrite-on-refresh, effect violations, a stale media listener, hover beating checked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4370832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pattern: reliable at structure, weak at edge semantics. It produces a well-organised date validator that accepts 31 February.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0080" y="4782312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every one sits at a boundary — an impossible value, a failure path, a second run, two things happening at once.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0080" y="6144768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9B9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one of these passed review by eye. None would have been caught by reading the diff.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WOULD IMPROVE NEXT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Ordered by what I would actually do first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27048"/>
            <a:ext cx="402336" cy="40233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27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07008" y="1572768"/>
            <a:ext cx="4690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two-matrix gap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07008" y="1920240"/>
            <a:ext cx="4690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property test asserting the advisory risk matrix is never more optimistic than the executable one. An hour of work; removes the last place two sources of truth about one question survive.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91072" y="1527048"/>
            <a:ext cx="402336" cy="40233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91072" y="1527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0" y="1572768"/>
            <a:ext cx="4690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write path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0" y="1920240"/>
            <a:ext cx="4690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lib/actions has no unit tests — the pure logic it calls is covered, the orchestration is not. Integration tests against a real Postgres, not mocks.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063240"/>
            <a:ext cx="402336" cy="402336"/>
          </a:xfrm>
          <a:prstGeom prst="ellipse">
            <a:avLst/>
          </a:prstGeom>
          <a:solidFill>
            <a:srgbClr val="9A5B00"/>
          </a:solidFill>
          <a:ln w="12700">
            <a:solidFill>
              <a:srgbClr val="9A5B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063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07008" y="3108960"/>
            <a:ext cx="4690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three rough edges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3456432"/>
            <a:ext cx="4690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 offers "clear" where it cannot help. A partial index has no query behind it. Both surfaced writing this deck.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91072" y="3063240"/>
            <a:ext cx="402336" cy="402336"/>
          </a:xfrm>
          <a:prstGeom prst="ellipse">
            <a:avLst/>
          </a:prstGeom>
          <a:solidFill>
            <a:srgbClr val="9A5B00"/>
          </a:solidFill>
          <a:ln w="12700">
            <a:solidFill>
              <a:srgbClr val="9A5B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91072" y="3063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0" y="3108960"/>
            <a:ext cx="4690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migrations scale past one page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0" y="3456432"/>
            <a:ext cx="4690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5,000 entries it refuses outright rather than migrating a prefix. Refusing is correct; stopping there is not.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599432"/>
            <a:ext cx="402336" cy="402336"/>
          </a:xfrm>
          <a:prstGeom prst="ellipse">
            <a:avLst/>
          </a:prstGeom>
          <a:solidFill>
            <a:srgbClr val="0F7B56"/>
          </a:solidFill>
          <a:ln w="12700">
            <a:solidFill>
              <a:srgbClr val="0F7B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599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07008" y="4645152"/>
            <a:ext cx="4690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07008" y="4992624"/>
            <a:ext cx="4690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migration is atomic but irreversible. The before-values are already computed for the preview — and currently thrown away.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91072" y="4599432"/>
            <a:ext cx="402336" cy="402336"/>
          </a:xfrm>
          <a:prstGeom prst="ellipse">
            <a:avLst/>
          </a:prstGeom>
          <a:solidFill>
            <a:srgbClr val="0F7B56"/>
          </a:solidFill>
          <a:ln w="12700">
            <a:solidFill>
              <a:srgbClr val="0F7B5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91072" y="4599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58000" y="4645152"/>
            <a:ext cx="4690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reference integrity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0" y="4992624"/>
            <a:ext cx="4690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references table alongside the JSONB, so the database can answer "what points at this?" without a scan.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0080" y="6144768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F6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Then, and only then, the product features — publishing states, drafts, i18n, media. All easier once a migration can be undone.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9B9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PARAGRAPH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chose a storage model that trades database-enforced typing for the ability to treat a schema change as an ordinary, previewable function over data — then spent the rest of the build making that function the single source of truth, so what the review screen promises and what the transaction writes cannot come apart.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640080" y="31546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is deliberately dumb: events say something changed, the server says what it is now. The one place that had to be clever about it — the concurrency token — is the place a plausible implementation silently loses a colleague's work.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4370832"/>
            <a:ext cx="10908792" cy="0"/>
          </a:xfrm>
          <a:prstGeom prst="line">
            <a:avLst/>
          </a:prstGeom>
          <a:noFill/>
          <a:ln w="12700">
            <a:solidFill>
              <a:srgbClr val="343A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6177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FBE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237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52578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8 files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29000" y="46177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B9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2,423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429000" y="52578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test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0" y="46177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8,267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217920" y="52578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source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006840" y="46177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A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9006840" y="52578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routes, build clean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6053328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here requires taking my word for it — docs/WALKTHROUGH.md maps every claim to the file that proves it.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Walk us through it — Headless CMS Admin Panel</dc:title>
  <dc:subject>Agile Monkeys Frontend Challenge 2026</dc:subject>
  <dc:creator>Jhon Ávila</dc:creator>
  <cp:lastModifiedBy>Jhon Ávila</cp:lastModifiedBy>
  <cp:revision>1</cp:revision>
  <dcterms:created xsi:type="dcterms:W3CDTF">2026-08-18T16:12:16Z</dcterms:created>
  <dcterms:modified xsi:type="dcterms:W3CDTF">2026-08-18T16:12:16Z</dcterms:modified>
</cp:coreProperties>
</file>